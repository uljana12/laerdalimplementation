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0202C"/>
                </a:solidFill>
              </a:rPr>
              <a:t>LAERDAL IMPLEMENTER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Backend Service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63240"/>
            <a:ext cx="11274552" cy="381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0D5DD"/>
                </a:solidFill>
              </a:rPr>
              <a:t>Organization &amp; Course Management · C# / .NET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2834640" cy="6400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Clean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5852160"/>
            <a:ext cx="2834640" cy="6400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897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CQRS + MediatR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5852160"/>
            <a:ext cx="2834640" cy="6400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5897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EF Core + SQL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does this system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566160" cy="530352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  Manage Organizations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3291840" cy="127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Create, list, update, soft-delete hospitals &amp; customers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Parent → child hierarchy (Hospital → Department)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Each org has a unique Code within its parent scope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Soft-delete preserves audit trail &amp; FK integrity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566160" cy="530352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52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  Manage Manifests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3291840" cy="127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73352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Versioned bundles of course + learning-activity content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Lifecycle: Draft → Published → Archived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Published manifests are immutable snapshots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Training app pulls the active manifest per org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43000"/>
            <a:ext cx="3566160" cy="530352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252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 Authentication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3291840" cy="127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73352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React frontend authenticates via Laerdal OIDC (JWT)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Role-based: Laerdal Admin vs Hospital Admin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Training app uses OAuth 2.0 Client Credentials (S2S)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Policy-based authorization in ASP.NET 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182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253555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Clean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0D5DD"/>
                </a:solidFill>
              </a:rPr>
              <a:t>Why layers? What's in each one?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50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Four-Layer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0D5DD"/>
                </a:solidFill>
              </a:rPr>
              <a:t>The dependency rule: outer layers know about inner layers — never the reverse.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377440" cy="3840480"/>
          </a:xfrm>
          <a:prstGeom prst="rect">
            <a:avLst/>
          </a:prstGeom>
          <a:solidFill>
            <a:srgbClr val="C0202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0E8F0"/>
                </a:solidFill>
              </a:rPr>
              <a:t>Controllers · Models · Program.cs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463040"/>
            <a:ext cx="2377440" cy="3840480"/>
          </a:xfrm>
          <a:prstGeom prst="rect">
            <a:avLst/>
          </a:prstGeom>
          <a:solidFill>
            <a:srgbClr val="0F3A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0E8F0"/>
                </a:solidFill>
              </a:rPr>
              <a:t>DbContext · Repositories · Migrations · Config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63040"/>
            <a:ext cx="2377440" cy="3840480"/>
          </a:xfrm>
          <a:prstGeom prst="rect">
            <a:avLst/>
          </a:prstGeom>
          <a:solidFill>
            <a:srgbClr val="1A527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600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0E8F0"/>
                </a:solidFill>
              </a:rPr>
              <a:t>Commands · Queries · DTOs · Mappers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463040"/>
            <a:ext cx="2377440" cy="3840480"/>
          </a:xfrm>
          <a:prstGeom prst="rect">
            <a:avLst/>
          </a:prstGeom>
          <a:solidFill>
            <a:srgbClr val="287A5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600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0E8F0"/>
                </a:solidFill>
              </a:rPr>
              <a:t>Entities · Enums · Repository Interfaces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0D5DD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0D5DD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0D5D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77840"/>
            <a:ext cx="2377440" cy="1005840"/>
          </a:xfrm>
          <a:prstGeom prst="rect">
            <a:avLst/>
          </a:prstGeom>
          <a:solidFill>
            <a:srgbClr val="0F3A6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623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HTTP layer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92531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Talks to MediatR, returns ActionResult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5577840"/>
            <a:ext cx="2377440" cy="1005840"/>
          </a:xfrm>
          <a:prstGeom prst="rect">
            <a:avLst/>
          </a:prstGeom>
          <a:solidFill>
            <a:srgbClr val="0F3A6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SQL Server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92531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Only place that knows about EF 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5577840"/>
            <a:ext cx="2377440" cy="1005840"/>
          </a:xfrm>
          <a:prstGeom prst="rect">
            <a:avLst/>
          </a:prstGeom>
          <a:solidFill>
            <a:srgbClr val="0F3A6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5623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Use-case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592531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Orchestrates domain + repos via interfaces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5577840"/>
            <a:ext cx="2377440" cy="1005840"/>
          </a:xfrm>
          <a:prstGeom prst="rect">
            <a:avLst/>
          </a:prstGeom>
          <a:solidFill>
            <a:srgbClr val="0F3A6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5623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No 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592531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Pure C#, zero framework 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182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253555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Domain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0D5DD"/>
                </a:solidFill>
              </a:rPr>
              <a:t>Organizations · Manifests · Business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50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Organization 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57600" cy="530352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69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383280" cy="127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Id  — GUID (generated in C#)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Name  — display name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Code  — short ID, stored UPPERCASE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Type  — Hospital | Department | TrainingCenter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ParentId  — null = root org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IsActive  — soft-delete flag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ExternalId  — link to OIDC/HR system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CreatedAt / UpdatedAt  — audit trail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960120"/>
            <a:ext cx="3566160" cy="251460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0698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Hierarchy (Adjacency List)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3291840" cy="127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90472"/>
            <a:ext cx="32918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City Hospital  (ParentId = null)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└─ ICU Dept  (ParentId = hospital.Id)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└─ Training Centre  (ParentId = hospital.Id)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One table. Recursive self-FK.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Children loaded via EF Include().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611880"/>
            <a:ext cx="3566160" cy="2651760"/>
          </a:xfrm>
          <a:prstGeom prst="rect">
            <a:avLst/>
          </a:prstGeom>
          <a:solidFill>
            <a:srgbClr val="0F3A6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7216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Business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069080"/>
            <a:ext cx="3291840" cy="127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142232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Code unique within parent scope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CanBeDeleted() → no active children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Soft-delete keeps FK references intact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Factory method Create() validates on construction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960120"/>
            <a:ext cx="3931920" cy="5303520"/>
          </a:xfrm>
          <a:prstGeom prst="rect">
            <a:avLst/>
          </a:prstGeom>
          <a:solidFill>
            <a:srgbClr val="0F3A60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0698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Factory Method (Domain)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417320"/>
            <a:ext cx="3657600" cy="127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490472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public static Organization Create(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string name, string code,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OrganizationType type,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Guid? parentId = null,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string? externalId = null)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{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if (string.IsNullOrWhiteSpace(name))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  throw new ArgumentException(...);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return new Organization {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  Id = Guid.NewGuid(),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  Code = code.Trim().ToUpper(),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  IsActive = true,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  CreatedAt = DateTime.UtcNow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  };</a:t>
            </a:r>
          </a:p>
          <a:p>
            <a:pPr>
              <a:spcBef>
                <a:spcPts val="400"/>
              </a:spcBef>
            </a:pPr>
            <a:r>
              <a:rPr b="0" sz="1100">
                <a:solidFill>
                  <a:srgbClr val="D0D5DD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Manifest 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0D5DD"/>
                </a:solidFill>
              </a:rPr>
              <a:t>Lifecycle: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868680"/>
            <a:ext cx="2286000" cy="64008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868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868680"/>
            <a:ext cx="2286000" cy="640080"/>
          </a:xfrm>
          <a:prstGeom prst="rect">
            <a:avLst/>
          </a:prstGeom>
          <a:solidFill>
            <a:srgbClr val="15602B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868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Published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868680"/>
            <a:ext cx="2286000" cy="640080"/>
          </a:xfrm>
          <a:prstGeom prst="rect">
            <a:avLst/>
          </a:prstGeom>
          <a:solidFill>
            <a:srgbClr val="50301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868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Archived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86868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107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86868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107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3657600" cy="457200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928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Fields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240280"/>
            <a:ext cx="3383280" cy="127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13432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Id  — GUID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OrganizationId  — FK to owner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Name / Description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Version  — semantic (e.g. 1.2.0)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Status  — Draft | Published | Archived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Content  — JSON blob (courses + activities)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PublishedAt  — set once, never changed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CreatedAt / UpdatedAt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783080"/>
            <a:ext cx="3657600" cy="2194560"/>
          </a:xfrm>
          <a:prstGeom prst="rect">
            <a:avLst/>
          </a:prstGeom>
          <a:solidFill>
            <a:srgbClr val="0F3A6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8928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Immutability Rule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240280"/>
            <a:ext cx="3383280" cy="127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313432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Published manifests CANNOT be edited.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Any change → new manifest + new version.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Old Published → Archive().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Learner sessions pin a ManifestId.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Session content never shifts mid-way.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4114800"/>
            <a:ext cx="3657600" cy="2240280"/>
          </a:xfrm>
          <a:prstGeom prst="rect">
            <a:avLst/>
          </a:prstGeom>
          <a:solidFill>
            <a:srgbClr val="0F3A60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2245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Content JSON 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572000"/>
            <a:ext cx="3383280" cy="127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645152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{ "courses": [{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    "id": "uuid",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    "title": "Course Title",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    "activities": [{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      "type": "simulation",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      "duration": 30 }]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}]}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783080"/>
            <a:ext cx="3840480" cy="4572000"/>
          </a:xfrm>
          <a:prstGeom prst="rect">
            <a:avLst/>
          </a:prstGeom>
          <a:solidFill>
            <a:srgbClr val="0F3A60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8928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Why a JSON Blob?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240280"/>
            <a:ext cx="3566160" cy="127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313432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Training app consumes the whole manifest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in one request — no nested joins needed.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Alternative: separate Course + Activity tables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→ more complex queries, more migrations,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no benefit for this read pattern.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Trade-off accepted: lose SQL-level querying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inside content, gain simplicity.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182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253555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CQRS + MediatR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0D5DD"/>
                </a:solidFill>
              </a:rPr>
              <a:t>Separating reads from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50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CQRS with MediatR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5DD"/>
                </a:solidFill>
              </a:rPr>
              <a:t>Command Query Responsibility Segregation — every operation is either a write (Command) or a read (Query).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4846320"/>
          </a:xfrm>
          <a:prstGeom prst="rect">
            <a:avLst/>
          </a:prstGeom>
          <a:solidFill>
            <a:srgbClr val="28101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202C"/>
                </a:solidFill>
              </a:rPr>
              <a:t>Commands  (Writes)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CreateOrganizationCommand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validates uniqueness + parent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calls Organization.Create()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persists via IOrganizationRepository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PublishManifestCommand  (stub)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calls manifest.Publish(version)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archives previous Published manifest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saves both in one transaction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577840" cy="4846320"/>
          </a:xfrm>
          <a:prstGeom prst="rect">
            <a:avLst/>
          </a:prstGeom>
          <a:solidFill>
            <a:srgbClr val="082818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8A745"/>
                </a:solidFill>
              </a:rPr>
              <a:t>Queries  (Reads)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GetOrganizationsQuery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optional ?parentId filter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returns full subtree via Include()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GetOrganizationByIdQuery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single lookup by PK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uses GetByIdAsync (not a full scan)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GetPublishedManifestQuery  (stub)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used by training app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hits IX_Manifest_OrgStatus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8346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107"/>
                </a:solidFill>
              </a:rPr>
              <a:t>MediatR
dispatches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182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253555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Create Organisation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0D5DD"/>
                </a:solidFill>
              </a:rPr>
              <a:t>Tracing one request through all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50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POST /api/organizations  — Request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280160" cy="749808"/>
          </a:xfrm>
          <a:prstGeom prst="rect">
            <a:avLst/>
          </a:prstGeom>
          <a:solidFill>
            <a:srgbClr val="C0202C"/>
          </a:solidFill>
          <a:ln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HTTP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914400"/>
            <a:ext cx="9875520" cy="749808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9418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POST /api/organizations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6187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Body: { "name":"City Hospital", "code":"CH001", "type":0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6420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202C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1280160" cy="749808"/>
          </a:xfrm>
          <a:prstGeom prst="rect">
            <a:avLst/>
          </a:prstGeom>
          <a:solidFill>
            <a:srgbClr val="0F3A60"/>
          </a:solidFill>
          <a:ln>
            <a:solidFill>
              <a:srgbClr val="0F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847088"/>
            <a:ext cx="9875520" cy="749808"/>
          </a:xfrm>
          <a:prstGeom prst="rect">
            <a:avLst/>
          </a:prstGeom>
          <a:solidFill>
            <a:srgbClr val="0F3A60"/>
          </a:solidFill>
          <a:ln w="12700">
            <a:solidFill>
              <a:srgbClr val="0F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1874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OrganizationsController.Create()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1945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Builds CreateOrganizationCommand  →  _mediator.Send(command)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9689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F3A60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79776"/>
            <a:ext cx="1280160" cy="749808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Handler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779776"/>
            <a:ext cx="9875520" cy="749808"/>
          </a:xfrm>
          <a:prstGeom prst="rect">
            <a:avLst/>
          </a:prstGeom>
          <a:solidFill>
            <a:srgbClr val="0F3A6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28072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CreateOrganizationCommandHandler.Handle()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12724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① Check code uniqueness (GetByCodeAsync)  ② Check parent exists (ExistsAsync)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295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5276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12464"/>
            <a:ext cx="1280160" cy="749808"/>
          </a:xfrm>
          <a:prstGeom prst="rect">
            <a:avLst/>
          </a:prstGeom>
          <a:solidFill>
            <a:srgbClr val="287A56"/>
          </a:solidFill>
          <a:ln>
            <a:solidFill>
              <a:srgbClr val="28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12464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712464"/>
            <a:ext cx="9875520" cy="749808"/>
          </a:xfrm>
          <a:prstGeom prst="rect">
            <a:avLst/>
          </a:prstGeom>
          <a:solidFill>
            <a:srgbClr val="0F3A60"/>
          </a:solidFill>
          <a:ln w="12700">
            <a:solidFill>
              <a:srgbClr val="28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373989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Organization.Create()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05993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Validates name/code  →  returns new entity with Guid.NewGuid()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622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87A56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45152"/>
            <a:ext cx="1280160" cy="749808"/>
          </a:xfrm>
          <a:prstGeom prst="rect">
            <a:avLst/>
          </a:prstGeom>
          <a:solidFill>
            <a:srgbClr val="0F3A60"/>
          </a:solidFill>
          <a:ln>
            <a:solidFill>
              <a:srgbClr val="0F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45152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4645152"/>
            <a:ext cx="9875520" cy="749808"/>
          </a:xfrm>
          <a:prstGeom prst="rect">
            <a:avLst/>
          </a:prstGeom>
          <a:solidFill>
            <a:srgbClr val="0F3A60"/>
          </a:solidFill>
          <a:ln w="12700">
            <a:solidFill>
              <a:srgbClr val="0F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65960" y="467258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OrganizationRepository.AddAsync()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9262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context.Organizations.Add(org)  →  SaveChangesAsync()  →  INSERT 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949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F3A60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1280160" cy="749808"/>
          </a:xfrm>
          <a:prstGeom prst="rect">
            <a:avLst/>
          </a:prstGeom>
          <a:solidFill>
            <a:srgbClr val="C0202C"/>
          </a:solidFill>
          <a:ln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77840"/>
            <a:ext cx="1280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5577840"/>
            <a:ext cx="9875520" cy="749808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65960" y="56052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201 Created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92531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Location: /api/organizations/{id}  +  OrganizationResponse JSON body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182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253555"/>
                </a:solidFill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0D5DD"/>
                </a:solidFill>
              </a:rPr>
              <a:t>The 7 most important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50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REST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777240" cy="566928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960120"/>
            <a:ext cx="10149840" cy="566928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978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/api/organizations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80160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Create organization  →  201 + Location header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64792"/>
            <a:ext cx="777240" cy="56692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1764792"/>
            <a:ext cx="10149840" cy="566928"/>
          </a:xfrm>
          <a:prstGeom prst="rect">
            <a:avLst/>
          </a:prstGeom>
          <a:solidFill>
            <a:srgbClr val="0F3A60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/api/organizations?parentId={id}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084832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List organizations  (all or children of a parent)  →  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9464"/>
            <a:ext cx="777240" cy="56692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69464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569464"/>
            <a:ext cx="10149840" cy="566928"/>
          </a:xfrm>
          <a:prstGeom prst="rect">
            <a:avLst/>
          </a:prstGeom>
          <a:solidFill>
            <a:srgbClr val="0F3A60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587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/api/organizations/{id}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889504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Get single org with hierarchy  →  200 / 404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74136"/>
            <a:ext cx="777240" cy="5669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74136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3374136"/>
            <a:ext cx="10149840" cy="566928"/>
          </a:xfrm>
          <a:prstGeom prst="rect">
            <a:avLst/>
          </a:prstGeom>
          <a:solidFill>
            <a:srgbClr val="0F3A6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3924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/api/organizations/{id}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6941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Update name / type / isActive  →  200  (stub)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78808"/>
            <a:ext cx="777240" cy="566928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78808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4178808"/>
            <a:ext cx="10149840" cy="566928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4197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/api/organizations/{orgId}/manifests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498848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Create draft manifest  →  201  (stub)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777240" cy="566928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83480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" y="4983480"/>
            <a:ext cx="10149840" cy="566928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5001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/api/organizations/{orgId}/manifests/{id}/publish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303520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Publish manifest, archive previous  →  200  (stub)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88152"/>
            <a:ext cx="777240" cy="56692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88152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25880" y="5788152"/>
            <a:ext cx="10149840" cy="566928"/>
          </a:xfrm>
          <a:prstGeom prst="rect">
            <a:avLst/>
          </a:prstGeom>
          <a:solidFill>
            <a:srgbClr val="0F3A60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/api/manifests/published/{orgCode}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6108192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5DD"/>
                </a:solidFill>
              </a:rPr>
              <a:t>Training app: fetch active manifest snapshot  →  200 / 404  (stub)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107"/>
                </a:solidFill>
              </a:rPr>
              <a:t>Endpoints marked (stub) are designed but not yet wired up — all infrastructure (repositories, entities) is ready.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182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253555"/>
                </a:solidFill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Authentication &amp;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0D5DD"/>
                </a:solidFill>
              </a:rPr>
              <a:t>OIDC · JWT roles · Service-to-Service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50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Auth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539496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React Frontend (OIDC)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3291840" cy="127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1. User hits POST /api/auth/login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2. Redirect to Laerdal OIDC provider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3. Callback returns JWT access token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JWT claims: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sub  → user ID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org  → primary organization ID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roles → laerdal_admin | org_admin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        | org_editor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Middleware validates JWT signature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using OIDC public key (cached + refreshed).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005840"/>
            <a:ext cx="3840480" cy="5394960"/>
          </a:xfrm>
          <a:prstGeom prst="rect">
            <a:avLst/>
          </a:prstGeom>
          <a:solidFill>
            <a:srgbClr val="0F3A6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155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Role-Based Authorization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566160" cy="127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36192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Laerdal Admin (role=laerdal_admin)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Full CRUD on any organization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Manage manifests across all orgs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Hospital Admin (role=org_admin)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CRUD scoped to own org + descendants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Manage manifests for their org only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Cannot modify parent org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Hospital Editor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Draft &amp; publish manifests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Read-only on org settings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[Authorize(Policy="LaerdalAdminOnly")]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749039" cy="5394960"/>
          </a:xfrm>
          <a:prstGeom prst="rect">
            <a:avLst/>
          </a:prstGeom>
          <a:solidFill>
            <a:srgbClr val="0F3A60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115568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Training App (S2S)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463040"/>
            <a:ext cx="3474719" cy="127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36192"/>
            <a:ext cx="347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OAuth 2.0 Client Credentials flow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1. Training app calls POST /oauth/token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 with client_id + client_secret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2. Receives access token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3. Calls GET /api/manifests/published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 /{orgCode}  with Bearer token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Scope: manifest:read:{orgCode}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token is locked to one org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  → cannot read other orgs' manifests</a:t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400">
                <a:solidFill>
                  <a:srgbClr val="D0D5DD"/>
                </a:solidFill>
              </a:rPr>
              <a:t>Client ID/Secret issued per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0"/>
            <a:ext cx="1828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253555"/>
                </a:solidFill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Persistence &amp;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0D5DD"/>
                </a:solidFill>
              </a:rPr>
              <a:t>Schema · Indexes · Learner session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50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Database Schema &amp; Versioning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4114800" cy="5303520"/>
          </a:xfrm>
          <a:prstGeom prst="rect">
            <a:avLst/>
          </a:prstGeom>
          <a:solidFill>
            <a:srgbClr val="0F3A60"/>
          </a:solidFill>
          <a:ln w="1905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Organizations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3840480" cy="127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Id             uniqueidentifier  PK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ParentId       uniqueidentifier  NULL  FK→self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Name           nvarchar(255)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Code           nvarchar(50) 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Type           int          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ExternalId     nvarchar(255)    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IsActive       bit               DEFAULT 1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CreatedAt      datetime2    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UpdatedAt      datetime2    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INDEX: UQ_Code_ParentId  (Code, ParentId)  UNIQUE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FK:    ON DELETE RESTRICT  (no orphan children)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14400"/>
            <a:ext cx="4114800" cy="5303520"/>
          </a:xfrm>
          <a:prstGeom prst="rect">
            <a:avLst/>
          </a:prstGeom>
          <a:solidFill>
            <a:srgbClr val="0F3A60"/>
          </a:solidFill>
          <a:ln w="1905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024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Manifests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371600"/>
            <a:ext cx="3840480" cy="127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444752"/>
            <a:ext cx="3840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Id             uniqueidentifier  PK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OrganizationId uniqueidentifier  NOT NULL  FK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Name           nvarchar(255)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Version        nvarchar(20) 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Status         int          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Content        nvarchar(max)     NOT NULL  (JSON)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PublishedAt    datetime2        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CreatedAt      datetime2    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UpdatedAt      datetime2         NOT NULL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INDEX: UQ_Manifest_OrgVersion  (OrgId, Version)  UNIQUE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INDEX: IX_Manifest_OrgStatus   (OrgId, Status)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914400"/>
            <a:ext cx="2926080" cy="5303520"/>
          </a:xfrm>
          <a:prstGeom prst="rect">
            <a:avLst/>
          </a:prstGeom>
          <a:solidFill>
            <a:srgbClr val="0F3A60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0241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Learner Session Safety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371600"/>
            <a:ext cx="2651760" cy="127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444752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Problem: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Admin publishes v2 while a learner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is mid-session on v1.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Solution: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1. Session stores ManifestId (pinned)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2. Publish = INSERT new row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   (never UPDATE published content)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3. Old row → Status = Archived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   (never deleted)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4. Learner reads by Id — always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   gets the same snapshot.</a:t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b="0" sz="1200">
                <a:solidFill>
                  <a:srgbClr val="D0D5DD"/>
                </a:solidFill>
              </a:rPr>
              <a:t>Published rows are write-once.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0" cy="10972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Manifest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— wire up create draft, publish, training-app fetch (infrastructure already ready)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5486400" cy="10972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OIDC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529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— JWT validation, policy-based role enforcement, scope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5486400" cy="10972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94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PATCH /organizations/{id}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788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— UpdateOrganizationCommand + handler (entity method + repo method exist)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5486400" cy="10972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20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Input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0468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— FluentValidation on request models (required fields, code format)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51560"/>
            <a:ext cx="5486400" cy="10972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143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Integration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52704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— test the full Create Org flow against a real test 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377440"/>
            <a:ext cx="5486400" cy="10972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Audit /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529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— domain events (OrganizationCreated, ManifestPublished) → audit log or webhooks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5486400" cy="10972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94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Pagination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7880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— cursor- or offset-based paging on GET /organizations for large datasets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029200"/>
            <a:ext cx="5486400" cy="1097280"/>
          </a:xfrm>
          <a:prstGeom prst="rect">
            <a:avLst/>
          </a:prstGeom>
          <a:solidFill>
            <a:srgbClr val="0F3A60"/>
          </a:solidFill>
          <a:ln w="12700">
            <a:solidFill>
              <a:srgbClr val="C0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120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NULL index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50468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5DD"/>
                </a:solidFill>
              </a:rPr>
              <a:t>— filtered unique index for root org codes (ParentId IS NULL) in SQL Server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254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11480" cy="685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247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Clean Architecture: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2471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5DD"/>
                </a:solidFill>
              </a:rPr>
              <a:t>4 layers, dependencies point inward only. Domain has zero framework references.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84248"/>
            <a:ext cx="411480" cy="685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Domain-first design: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0574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5DD"/>
                </a:solidFill>
              </a:rPr>
              <a:t>Business rules (immutable manifests, code uniqueness, CanBeDeleted) live on entities — not controllers.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16936"/>
            <a:ext cx="411480" cy="685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16936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0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CQRS + MediatR: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90088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5DD"/>
                </a:solidFill>
              </a:rPr>
              <a:t>Every operation is an explicit Command or Query. Controllers are thin dispatchers.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9624"/>
            <a:ext cx="411480" cy="685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9624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22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EF Core + migrations: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922776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5DD"/>
                </a:solidFill>
              </a:rPr>
              <a:t>Fluent configuration in Infrastructure keeps Domain clean. One migration creates the full schema.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82312"/>
            <a:ext cx="411480" cy="685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82312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554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Immutable versioning: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855464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5DD"/>
                </a:solidFill>
              </a:rPr>
              <a:t>Published manifests are write-once INSERT rows. Learner sessions pin a ManifestId and never see drift.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15000"/>
            <a:ext cx="411480" cy="685800"/>
          </a:xfrm>
          <a:prstGeom prst="rect">
            <a:avLst/>
          </a:prstGeom>
          <a:solidFill>
            <a:srgbClr val="C0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88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Extensible stubs: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78815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5DD"/>
                </a:solidFill>
              </a:rPr>
              <a:t>Manifest endpoints, OIDC auth, and audit events are designed and documented — ready to build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